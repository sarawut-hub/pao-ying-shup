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RPS Royale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เกมเป่า-ยิ้ง-ฉุบ Online (Multiplayer Web Game)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สรุปโปรเจ็คและฟังก์ชันหลัก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เกมเป่า-ยิ้ง-ฉุบ แบบ multiplayer ผ่านเว็บ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เล่นแบบสร้างห้อง, เข้าร่วมห้อง, spectate, และดูรายงานผลการแข่งขัน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AdonisJS (TypeScript)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Lucid ORM (better-sqlite3)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SQLite (dev) / mysql2 available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socket.io (real-time)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Vite + TypeScript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สร้างห้อง (create room)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เข้าร่วมห้องด้วยโค้ด (join room)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เล่นหลายรอบ เก็บคะแนน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Spectator mode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รายงานผลการแข่งขัน (room &amp; host reports)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ระบบผู้ใช้: สมัคร, เข้าสู่ระบบ, guest login, โปรไฟล์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Controllers &amp; Main 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NewAccountController: create(), store() — จัดการสมัครสมาชิก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SessionController: create(), store(), destroy(), guestLogin() — ลงชื่อเข้าใช้ / ออกจากระบบ / guest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ProfilesController: show(), update() — ดู/แก้ไขโปรไฟล์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GamesController: createRoom(), joinRoom(), showRoom(), report(), roomReport(), deleteRoom() — ฟังก์ชันห้องและรายงาน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Data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User — ผู้เล่น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Room — ห้องเกม (code, hostId, status, currentRound)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RoomPlayer — ผู้เล่นในห้อง (score)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Match — บันทึกผลการแข่งขัน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How to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1) npm install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2) node ace serve --watch (dev)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หรือใช้: npm run start (run migrations then server)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Typical flow (demo)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1. สมัครหรือ guest login → 2. สร้างห้องหรือเข้าร่วมห้องด้วยรหัส → 3. เล่นรอบหลายครั้ง บันทึกคะแนน → 4. ดูรายงานห้องหรือรายงาน host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Next steps / Improvements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เพิ่ม unit/integration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ปรับปรุง UI/UX และแสดงสถานะเวลาจริงด้วย socket.io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รองรับ scaling (separate real-time server)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เพิ่มระบบ leaderboard ระดับโลก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Contact / Q&amp;A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for presentation. File saved as presentation/RPS_Royale_Presentation.pptx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RPS Royale - Auto-generated</dc:creator>
  <cp:lastModifiedBy>RPS Royale - Auto-generated</cp:lastModifiedBy>
  <cp:revision>1</cp:revision>
  <dcterms:created xsi:type="dcterms:W3CDTF">2026-04-19T03:00:25Z</dcterms:created>
  <dcterms:modified xsi:type="dcterms:W3CDTF">2026-04-19T03:00:25Z</dcterms:modified>
</cp:coreProperties>
</file>